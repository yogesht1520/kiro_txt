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Manrope SemiBold"/>
      <p:regular r:id="rId22"/>
      <p:bold r:id="rId23"/>
    </p:embeddedFont>
    <p:embeddedFont>
      <p:font typeface="Manrope"/>
      <p:regular r:id="rId24"/>
      <p:bold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ManropeSemiBold-regular.fntdata"/><Relationship Id="rId21" Type="http://schemas.openxmlformats.org/officeDocument/2006/relationships/slide" Target="slides/slide15.xml"/><Relationship Id="rId24" Type="http://schemas.openxmlformats.org/officeDocument/2006/relationships/font" Target="fonts/Manrope-regular.fntdata"/><Relationship Id="rId23" Type="http://schemas.openxmlformats.org/officeDocument/2006/relationships/font" Target="fonts/ManropeSemiBold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5" Type="http://schemas.openxmlformats.org/officeDocument/2006/relationships/font" Target="fonts/Manrope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bd4c1c6b84_2_4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3bd4c1c6b84_2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bd4c1c6b84_2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g3bd4c1c6b84_2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bd4c1c6b84_2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g3bd4c1c6b84_2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be987ee7fa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g3be987ee7f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be987ee7fa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g3be987ee7fa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be987ee7fa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g3be987ee7fa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d4c1c6b84_2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g3bd4c1c6b84_2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bd4c1c6b84_2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g3bd4c1c6b84_2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bd4c1c6b84_2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g3bd4c1c6b84_2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bd4c1c6b84_2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g3bd4c1c6b84_2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bd4c1c6b84_2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g3bd4c1c6b84_2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bd4c1c6b84_2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g3bd4c1c6b84_2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bd4c1c6b84_2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g3bd4c1c6b84_2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be987ee7fa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g3be987ee7fa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bd4c1c6b84_2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g3bd4c1c6b84_2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8" name="Google Shape;58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9" name="Google Shape;59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2" name="Google Shape;62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5" name="Google Shape;65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6" name="Google Shape;66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9" name="Google Shape;69;p1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0" name="Google Shape;70;p1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1" name="Google Shape;71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7" name="Google Shape;77;p2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8" name="Google Shape;78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1" name="Google Shape;81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5" name="Google Shape;85;p2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6" name="Google Shape;86;p2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7" name="Google Shape;87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90" name="Google Shape;90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3" name="Google Shape;93;p2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25" title="Artscfghgboard – 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5"/>
          <p:cNvSpPr txBox="1"/>
          <p:nvPr/>
        </p:nvSpPr>
        <p:spPr>
          <a:xfrm>
            <a:off x="383675" y="3446998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Name :</a:t>
            </a:r>
            <a:r>
              <a:rPr lang="en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  CodewithHackers</a:t>
            </a:r>
            <a:endParaRPr b="0" i="0" sz="1600" u="none" cap="none" strike="noStrike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101" name="Google Shape;101;p25"/>
          <p:cNvSpPr txBox="1"/>
          <p:nvPr/>
        </p:nvSpPr>
        <p:spPr>
          <a:xfrm>
            <a:off x="383675" y="4298150"/>
            <a:ext cx="8520600" cy="6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Problem Statement :</a:t>
            </a:r>
            <a:r>
              <a:rPr lang="en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 </a:t>
            </a:r>
            <a:r>
              <a:rPr b="0" i="0" lang="en" sz="1600" u="none" cap="none" strike="noStrike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Build an AI-powered solution that improves access to information, resources, or opportunities for communities and public systems.</a:t>
            </a:r>
            <a:endParaRPr b="0" i="0" sz="1600" u="none" cap="none" strike="noStrike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102" name="Google Shape;102;p25"/>
          <p:cNvSpPr txBox="1"/>
          <p:nvPr/>
        </p:nvSpPr>
        <p:spPr>
          <a:xfrm>
            <a:off x="383663" y="3854458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Leader Name : Yogesh Thakur</a:t>
            </a:r>
            <a:endParaRPr b="0" i="0" sz="1600" u="none" cap="none" strike="noStrike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26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6"/>
          <p:cNvSpPr txBox="1"/>
          <p:nvPr/>
        </p:nvSpPr>
        <p:spPr>
          <a:xfrm>
            <a:off x="311700" y="863550"/>
            <a:ext cx="24030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b="1" i="0" lang="en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Brief about the Idea:</a:t>
            </a:r>
            <a:endParaRPr b="1" i="0" sz="1700" u="none" cap="none" strike="noStrik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09" name="Google Shape;109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73575"/>
            <a:ext cx="9143999" cy="4599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27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7"/>
          <p:cNvSpPr txBox="1"/>
          <p:nvPr/>
        </p:nvSpPr>
        <p:spPr>
          <a:xfrm>
            <a:off x="311700" y="863550"/>
            <a:ext cx="6267900" cy="28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b="1" i="0" lang="en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Your solution should be able to explain the following:</a:t>
            </a:r>
            <a:endParaRPr b="1" i="0" sz="1700" u="none" cap="none" strike="noStrik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b="0" i="0" lang="en" sz="1600" u="none" cap="none" strike="noStrike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How different is it from any of the other existing ideas?</a:t>
            </a:r>
            <a:endParaRPr b="0" i="0" sz="1600" u="none" cap="none" strike="noStrike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b="0" i="0" lang="en" sz="1600" u="none" cap="none" strike="noStrike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How will it be able to solve the problem?</a:t>
            </a:r>
            <a:endParaRPr b="0" i="0" sz="1600" u="none" cap="none" strike="noStrike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b="0" i="0" lang="en" sz="1600" u="none" cap="none" strike="noStrike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USP of the proposed solution</a:t>
            </a:r>
            <a:endParaRPr b="0" i="0" sz="1600" u="none" cap="none" strike="noStrike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pic>
        <p:nvPicPr>
          <p:cNvPr id="116" name="Google Shape;116;p27" title="Screenshot 2026-02-13 19484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" y="441225"/>
            <a:ext cx="9144001" cy="4632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28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8"/>
          <p:cNvSpPr txBox="1"/>
          <p:nvPr/>
        </p:nvSpPr>
        <p:spPr>
          <a:xfrm>
            <a:off x="311700" y="863550"/>
            <a:ext cx="6267900" cy="28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b="1" i="0" lang="en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Your solution should be able to explain the following:</a:t>
            </a:r>
            <a:endParaRPr b="1" i="0" sz="1700" u="none" cap="none" strike="noStrik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b="0" i="0" lang="en" sz="1600" u="none" cap="none" strike="noStrike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How different is it from any of the other existing ideas?</a:t>
            </a:r>
            <a:endParaRPr b="0" i="0" sz="1600" u="none" cap="none" strike="noStrike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b="0" i="0" lang="en" sz="1600" u="none" cap="none" strike="noStrike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How will it be able to solve the problem?</a:t>
            </a:r>
            <a:endParaRPr b="0" i="0" sz="1600" u="none" cap="none" strike="noStrike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b="0" i="0" lang="en" sz="1600" u="none" cap="none" strike="noStrike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USP of the proposed solution</a:t>
            </a:r>
            <a:endParaRPr b="0" i="0" sz="1600" u="none" cap="none" strike="noStrike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pic>
        <p:nvPicPr>
          <p:cNvPr id="123" name="Google Shape;123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513025"/>
            <a:ext cx="9144024" cy="4560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29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9"/>
          <p:cNvSpPr txBox="1"/>
          <p:nvPr/>
        </p:nvSpPr>
        <p:spPr>
          <a:xfrm>
            <a:off x="311700" y="863550"/>
            <a:ext cx="6267900" cy="28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b="1" i="0" lang="en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Your solution should be able to explain the following:</a:t>
            </a:r>
            <a:endParaRPr b="1" i="0" sz="1700" u="none" cap="none" strike="noStrik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b="0" i="0" lang="en" sz="1600" u="none" cap="none" strike="noStrike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How different is it from any of the other existing ideas?</a:t>
            </a:r>
            <a:endParaRPr b="0" i="0" sz="1600" u="none" cap="none" strike="noStrike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b="0" i="0" lang="en" sz="1600" u="none" cap="none" strike="noStrike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How will it be able to solve the problem?</a:t>
            </a:r>
            <a:endParaRPr b="0" i="0" sz="1600" u="none" cap="none" strike="noStrike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b="0" i="0" lang="en" sz="1600" u="none" cap="none" strike="noStrike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USP of the proposed solution</a:t>
            </a:r>
            <a:endParaRPr b="0" i="0" sz="1600" u="none" cap="none" strike="noStrike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pic>
        <p:nvPicPr>
          <p:cNvPr id="130" name="Google Shape;130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25" y="495500"/>
            <a:ext cx="9144024" cy="4577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30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30"/>
          <p:cNvSpPr txBox="1"/>
          <p:nvPr/>
        </p:nvSpPr>
        <p:spPr>
          <a:xfrm>
            <a:off x="311700" y="863550"/>
            <a:ext cx="6267900" cy="28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b="1" i="0" lang="en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Your solution should be able to explain the following:</a:t>
            </a:r>
            <a:endParaRPr b="1" i="0" sz="1700" u="none" cap="none" strike="noStrik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b="0" i="0" lang="en" sz="1600" u="none" cap="none" strike="noStrike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How different is it from any of the other existing ideas?</a:t>
            </a:r>
            <a:endParaRPr b="0" i="0" sz="1600" u="none" cap="none" strike="noStrike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b="0" i="0" lang="en" sz="1600" u="none" cap="none" strike="noStrike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How will it be able to solve the problem?</a:t>
            </a:r>
            <a:endParaRPr b="0" i="0" sz="1600" u="none" cap="none" strike="noStrike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b="0" i="0" lang="en" sz="1600" u="none" cap="none" strike="noStrike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USP of the proposed solution</a:t>
            </a:r>
            <a:endParaRPr b="0" i="0" sz="1600" u="none" cap="none" strike="noStrike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pic>
        <p:nvPicPr>
          <p:cNvPr id="137" name="Google Shape;137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86725"/>
            <a:ext cx="9143999" cy="4573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31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31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b="1" i="0" lang="en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List of features offered by the solution</a:t>
            </a:r>
            <a:endParaRPr b="1" i="0" sz="1700" u="none" cap="none" strike="noStrik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b="0" i="0" lang="en" sz="1400" u="none" cap="none" strike="noStrike">
                <a:solidFill>
                  <a:srgbClr val="434343"/>
                </a:solidFill>
                <a:latin typeface="Manrope"/>
                <a:ea typeface="Manrope"/>
                <a:cs typeface="Manrope"/>
                <a:sym typeface="Manrope"/>
              </a:rPr>
              <a:t>It is always better to add a few visual representations (drawings/sketches/illustrations etc.) to your presentation, it adds to the power through which it reaches the audience.</a:t>
            </a:r>
            <a:endParaRPr b="0" i="0" sz="1400" u="none" cap="none" strike="noStrike"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44" name="Google Shape;144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504276"/>
            <a:ext cx="9144000" cy="4573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32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32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b="1" i="0" lang="en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Process flow diagram or Use-case diagram</a:t>
            </a:r>
            <a:endParaRPr b="1" i="0" sz="1700" u="none" cap="none" strike="noStrik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b="0" i="0" lang="en" sz="1400" u="none" cap="none" strike="noStrike">
                <a:solidFill>
                  <a:srgbClr val="434343"/>
                </a:solidFill>
                <a:latin typeface="Manrope"/>
                <a:ea typeface="Manrope"/>
                <a:cs typeface="Manrope"/>
                <a:sym typeface="Manrope"/>
              </a:rPr>
              <a:t>Add a flow diagram or a use case diagram or an architecture diagram.</a:t>
            </a:r>
            <a:endParaRPr b="0" i="0" sz="1400" u="none" cap="none" strike="noStrike"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51" name="Google Shape;151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86725"/>
            <a:ext cx="9144024" cy="4599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33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33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b="1" i="0" lang="en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Wireframes/Mock diagrams of the proposed solution (optional)</a:t>
            </a:r>
            <a:endParaRPr b="1" i="0" sz="1700" u="none" cap="none" strike="noStrik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58" name="Google Shape;158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513025"/>
            <a:ext cx="9143999" cy="4560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34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34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b="1" i="0" lang="en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Architecture diagram of the proposed solution:</a:t>
            </a:r>
            <a:endParaRPr b="0" i="0" sz="1400" u="none" cap="none" strike="noStrike"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65" name="Google Shape;165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2350" y="486725"/>
            <a:ext cx="9144025" cy="4586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35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35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b="1" i="0" lang="en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Technologies to be used in the solution:</a:t>
            </a:r>
            <a:endParaRPr b="0" i="0" sz="1400" u="none" cap="none" strike="noStrike"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72" name="Google Shape;172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81275"/>
            <a:ext cx="9144000" cy="4605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36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36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b="1" i="0" lang="en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Estimated implementation cost (optional):</a:t>
            </a:r>
            <a:endParaRPr b="0" i="0" sz="1400" u="none" cap="none" strike="noStrike"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79" name="Google Shape;179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514355"/>
            <a:ext cx="9144024" cy="4540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37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37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b="1" i="0" lang="en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Add as per the requirements for the hackathon:</a:t>
            </a:r>
            <a:endParaRPr b="0" i="0" sz="1400" u="none" cap="none" strike="noStrike"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86" name="Google Shape;186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86700"/>
            <a:ext cx="9143999" cy="459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38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38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b="1" i="0" lang="en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Add as per the requirements for the hackathon:</a:t>
            </a:r>
            <a:endParaRPr b="0" i="0" sz="1400" u="none" cap="none" strike="noStrike"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93" name="Google Shape;193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43325"/>
            <a:ext cx="9144001" cy="463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39" title="AI for Bharddat BANNER – 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